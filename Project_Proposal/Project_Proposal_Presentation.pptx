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0" roundtripDataSignature="AMtx7mj9ugxYGJg7fvIw0edmF/PCFQDzx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0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6.jp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ack circle in a purple and orange color&#10;&#10;AI-generated content may be incorrect." id="12" name="Google Shape;12;p6"/>
          <p:cNvPicPr preferRelativeResize="0"/>
          <p:nvPr/>
        </p:nvPicPr>
        <p:blipFill rotWithShape="1">
          <a:blip r:embed="rId2">
            <a:alphaModFix/>
          </a:blip>
          <a:srcRect b="27442" l="14059" r="16895" t="1529"/>
          <a:stretch/>
        </p:blipFill>
        <p:spPr>
          <a:xfrm flipH="1">
            <a:off x="-20574" y="1"/>
            <a:ext cx="9164574" cy="6865715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6"/>
          <p:cNvSpPr txBox="1"/>
          <p:nvPr>
            <p:ph type="ctrTitle"/>
          </p:nvPr>
        </p:nvSpPr>
        <p:spPr>
          <a:xfrm>
            <a:off x="4721444" y="1820487"/>
            <a:ext cx="3600450" cy="276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6"/>
          <p:cNvSpPr txBox="1"/>
          <p:nvPr>
            <p:ph idx="1" type="subTitle"/>
          </p:nvPr>
        </p:nvSpPr>
        <p:spPr>
          <a:xfrm>
            <a:off x="4721445" y="4714821"/>
            <a:ext cx="2873156" cy="1496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 sz="1050">
                <a:solidFill>
                  <a:schemeClr val="lt1"/>
                </a:solidFill>
              </a:defRPr>
            </a:lvl1pPr>
            <a:lvl2pPr lvl="1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lvl="2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lvl="3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lvl="4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" name="Google Shape;15;p6"/>
          <p:cNvSpPr txBox="1"/>
          <p:nvPr>
            <p:ph idx="11" type="ftr"/>
          </p:nvPr>
        </p:nvSpPr>
        <p:spPr>
          <a:xfrm>
            <a:off x="4721444" y="219456"/>
            <a:ext cx="2027833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6"/>
          <p:cNvSpPr txBox="1"/>
          <p:nvPr>
            <p:ph idx="10" type="dt"/>
          </p:nvPr>
        </p:nvSpPr>
        <p:spPr>
          <a:xfrm>
            <a:off x="6926580" y="219456"/>
            <a:ext cx="1121524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6"/>
          <p:cNvSpPr txBox="1"/>
          <p:nvPr>
            <p:ph idx="12" type="sldNum"/>
          </p:nvPr>
        </p:nvSpPr>
        <p:spPr>
          <a:xfrm>
            <a:off x="8468743" y="214858"/>
            <a:ext cx="416961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 Content " type="obj">
  <p:cSld name="OBJEC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7"/>
          <p:cNvSpPr txBox="1"/>
          <p:nvPr>
            <p:ph type="title"/>
          </p:nvPr>
        </p:nvSpPr>
        <p:spPr>
          <a:xfrm>
            <a:off x="315594" y="1113511"/>
            <a:ext cx="7456807" cy="8761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7"/>
          <p:cNvSpPr txBox="1"/>
          <p:nvPr>
            <p:ph idx="11" type="ftr"/>
          </p:nvPr>
        </p:nvSpPr>
        <p:spPr>
          <a:xfrm>
            <a:off x="324295" y="214858"/>
            <a:ext cx="2044782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7"/>
          <p:cNvSpPr txBox="1"/>
          <p:nvPr>
            <p:ph idx="10" type="dt"/>
          </p:nvPr>
        </p:nvSpPr>
        <p:spPr>
          <a:xfrm>
            <a:off x="6913089" y="214858"/>
            <a:ext cx="1114425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7"/>
          <p:cNvSpPr txBox="1"/>
          <p:nvPr>
            <p:ph idx="12" type="sldNum"/>
          </p:nvPr>
        </p:nvSpPr>
        <p:spPr>
          <a:xfrm>
            <a:off x="8468743" y="214858"/>
            <a:ext cx="416961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" name="Google Shape;23;p7"/>
          <p:cNvSpPr txBox="1"/>
          <p:nvPr>
            <p:ph idx="1" type="body"/>
          </p:nvPr>
        </p:nvSpPr>
        <p:spPr>
          <a:xfrm>
            <a:off x="322063" y="2133600"/>
            <a:ext cx="7456807" cy="43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2">
  <p:cSld name="Title 2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ack circle in a purple and orange color&#10;&#10;AI-generated content may be incorrect." id="25" name="Google Shape;25;p8"/>
          <p:cNvPicPr preferRelativeResize="0"/>
          <p:nvPr/>
        </p:nvPicPr>
        <p:blipFill rotWithShape="1">
          <a:blip r:embed="rId2">
            <a:alphaModFix/>
          </a:blip>
          <a:srcRect b="11508" l="1146" r="14652" t="10520"/>
          <a:stretch/>
        </p:blipFill>
        <p:spPr>
          <a:xfrm flipH="1">
            <a:off x="-1" y="11899"/>
            <a:ext cx="9144001" cy="6865715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8"/>
          <p:cNvSpPr txBox="1"/>
          <p:nvPr>
            <p:ph type="title"/>
          </p:nvPr>
        </p:nvSpPr>
        <p:spPr>
          <a:xfrm>
            <a:off x="315594" y="459254"/>
            <a:ext cx="4243851" cy="26913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Font typeface="Arial"/>
              <a:buNone/>
              <a:defRPr sz="345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8"/>
          <p:cNvSpPr txBox="1"/>
          <p:nvPr>
            <p:ph idx="1" type="subTitle"/>
          </p:nvPr>
        </p:nvSpPr>
        <p:spPr>
          <a:xfrm>
            <a:off x="5521698" y="516600"/>
            <a:ext cx="1945361" cy="162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1pPr>
            <a:lvl2pPr lvl="1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lvl="2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lvl="3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lvl="4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8"/>
          <p:cNvSpPr txBox="1"/>
          <p:nvPr>
            <p:ph idx="11" type="ftr"/>
          </p:nvPr>
        </p:nvSpPr>
        <p:spPr>
          <a:xfrm>
            <a:off x="5521699" y="219456"/>
            <a:ext cx="1878037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8"/>
          <p:cNvSpPr txBox="1"/>
          <p:nvPr>
            <p:ph idx="10" type="dt"/>
          </p:nvPr>
        </p:nvSpPr>
        <p:spPr>
          <a:xfrm>
            <a:off x="7772401" y="219456"/>
            <a:ext cx="859787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8"/>
          <p:cNvSpPr txBox="1"/>
          <p:nvPr>
            <p:ph idx="12" type="sldNum"/>
          </p:nvPr>
        </p:nvSpPr>
        <p:spPr>
          <a:xfrm>
            <a:off x="8468743" y="219456"/>
            <a:ext cx="416961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Picture" showMasterSp="0">
  <p:cSld name="Title with Picture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9"/>
          <p:cNvPicPr preferRelativeResize="0"/>
          <p:nvPr>
            <p:ph idx="2" type="pic"/>
          </p:nvPr>
        </p:nvPicPr>
        <p:blipFill/>
        <p:spPr>
          <a:xfrm>
            <a:off x="0" y="0"/>
            <a:ext cx="9141714" cy="6858000"/>
          </a:xfrm>
          <a:prstGeom prst="rect">
            <a:avLst/>
          </a:prstGeom>
          <a:blipFill rotWithShape="1">
            <a:blip r:embed="rId2">
              <a:alphaModFix amt="70000"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33" name="Google Shape;33;p9"/>
          <p:cNvSpPr txBox="1"/>
          <p:nvPr>
            <p:ph type="title"/>
          </p:nvPr>
        </p:nvSpPr>
        <p:spPr>
          <a:xfrm>
            <a:off x="0" y="4463844"/>
            <a:ext cx="9141714" cy="2394157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31000">
                <a:srgbClr val="000000">
                  <a:alpha val="30196"/>
                </a:srgbClr>
              </a:gs>
              <a:gs pos="87000">
                <a:srgbClr val="000000">
                  <a:alpha val="60000"/>
                </a:srgbClr>
              </a:gs>
              <a:gs pos="100000">
                <a:srgbClr val="000000">
                  <a:alpha val="6000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b" bIns="365750" lIns="502900" spcFirstLastPara="1" rIns="5029200" wrap="square" tIns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9"/>
          <p:cNvSpPr txBox="1"/>
          <p:nvPr>
            <p:ph idx="1" type="subTitle"/>
          </p:nvPr>
        </p:nvSpPr>
        <p:spPr>
          <a:xfrm>
            <a:off x="6600825" y="4463844"/>
            <a:ext cx="2540890" cy="23941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200" lIns="137150" spcFirstLastPara="1" rIns="0" wrap="square" tIns="365750">
            <a:normAutofit/>
          </a:bodyPr>
          <a:lstStyle>
            <a:lvl1pPr lvl="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 sz="1050">
                <a:solidFill>
                  <a:schemeClr val="lt1"/>
                </a:solidFill>
              </a:defRPr>
            </a:lvl1pPr>
            <a:lvl2pPr lvl="1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lvl="2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lvl="3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lvl="4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9"/>
          <p:cNvSpPr txBox="1"/>
          <p:nvPr>
            <p:ph idx="11" type="ftr"/>
          </p:nvPr>
        </p:nvSpPr>
        <p:spPr>
          <a:xfrm>
            <a:off x="328242" y="219456"/>
            <a:ext cx="205546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9"/>
          <p:cNvSpPr txBox="1"/>
          <p:nvPr>
            <p:ph idx="10" type="dt"/>
          </p:nvPr>
        </p:nvSpPr>
        <p:spPr>
          <a:xfrm>
            <a:off x="6649571" y="219456"/>
            <a:ext cx="1468493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9"/>
          <p:cNvSpPr txBox="1"/>
          <p:nvPr>
            <p:ph idx="12" type="sldNum"/>
          </p:nvPr>
        </p:nvSpPr>
        <p:spPr>
          <a:xfrm>
            <a:off x="8521647" y="219456"/>
            <a:ext cx="33660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lose up of a colorful background&#10;&#10;AI-generated content may be incorrect." id="39" name="Google Shape;39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1"/>
            <a:ext cx="913587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10"/>
          <p:cNvSpPr txBox="1"/>
          <p:nvPr>
            <p:ph type="title"/>
          </p:nvPr>
        </p:nvSpPr>
        <p:spPr>
          <a:xfrm>
            <a:off x="307485" y="4311805"/>
            <a:ext cx="6439003" cy="2368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175"/>
              <a:buFont typeface="Arial"/>
              <a:buNone/>
              <a:defRPr sz="5175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idx="11" type="ftr"/>
          </p:nvPr>
        </p:nvSpPr>
        <p:spPr>
          <a:xfrm>
            <a:off x="314325" y="219456"/>
            <a:ext cx="1992134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10" type="dt"/>
          </p:nvPr>
        </p:nvSpPr>
        <p:spPr>
          <a:xfrm>
            <a:off x="6600825" y="219456"/>
            <a:ext cx="1434942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68744" y="219456"/>
            <a:ext cx="416961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ack background with a purple and orange light&#10;&#10;AI-generated content may be incorrect." id="45" name="Google Shape;45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0" y="-2"/>
            <a:ext cx="9144000" cy="2869093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11"/>
          <p:cNvSpPr txBox="1"/>
          <p:nvPr>
            <p:ph type="title"/>
          </p:nvPr>
        </p:nvSpPr>
        <p:spPr>
          <a:xfrm>
            <a:off x="276276" y="2138777"/>
            <a:ext cx="4824950" cy="19621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Arial"/>
              <a:buNone/>
              <a:defRPr sz="6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1" type="ftr"/>
          </p:nvPr>
        </p:nvSpPr>
        <p:spPr>
          <a:xfrm>
            <a:off x="324295" y="214858"/>
            <a:ext cx="2044782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0" type="dt"/>
          </p:nvPr>
        </p:nvSpPr>
        <p:spPr>
          <a:xfrm>
            <a:off x="5514975" y="214858"/>
            <a:ext cx="1114425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68743" y="214858"/>
            <a:ext cx="416961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" name="Google Shape;50;p11"/>
          <p:cNvSpPr txBox="1"/>
          <p:nvPr>
            <p:ph idx="1" type="body"/>
          </p:nvPr>
        </p:nvSpPr>
        <p:spPr>
          <a:xfrm>
            <a:off x="5514976" y="2138776"/>
            <a:ext cx="2788815" cy="4109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95275" lvl="0" marL="457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AutoNum type="arabicPeriod"/>
              <a:defRPr sz="1050">
                <a:solidFill>
                  <a:schemeClr val="lt1"/>
                </a:solidFill>
              </a:defRPr>
            </a:lvl1pPr>
            <a:lvl2pPr indent="-295275" lvl="1" marL="914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AutoNum type="arabicPeriod"/>
              <a:defRPr sz="1050">
                <a:solidFill>
                  <a:schemeClr val="lt1"/>
                </a:solidFill>
              </a:defRPr>
            </a:lvl2pPr>
            <a:lvl3pPr indent="-295275" lvl="2" marL="1371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AutoNum type="arabicPeriod"/>
              <a:defRPr sz="1050">
                <a:solidFill>
                  <a:schemeClr val="lt1"/>
                </a:solidFill>
              </a:defRPr>
            </a:lvl3pPr>
            <a:lvl4pPr indent="-295275" lvl="3" marL="1828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AutoNum type="arabicPeriod"/>
              <a:defRPr sz="1050">
                <a:solidFill>
                  <a:schemeClr val="lt1"/>
                </a:solidFill>
              </a:defRPr>
            </a:lvl4pPr>
            <a:lvl5pPr indent="-295275" lvl="4" marL="22860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AutoNum type="arabicPeriod"/>
              <a:defRPr sz="105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with Picture">
  <p:cSld name="Agenda with Picture">
    <p:bg>
      <p:bgPr>
        <a:solidFill>
          <a:srgbClr val="09090C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ack background with a red and yellow light&#10;&#10;AI-generated content may be incorrect." id="52" name="Google Shape;52;p12"/>
          <p:cNvPicPr preferRelativeResize="0"/>
          <p:nvPr/>
        </p:nvPicPr>
        <p:blipFill rotWithShape="1">
          <a:blip r:embed="rId2">
            <a:alphaModFix/>
          </a:blip>
          <a:srcRect b="36109" l="0" r="0" t="0"/>
          <a:stretch/>
        </p:blipFill>
        <p:spPr>
          <a:xfrm flipH="1" rot="10800000">
            <a:off x="-7487" y="2555751"/>
            <a:ext cx="9144000" cy="434390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2"/>
          <p:cNvSpPr txBox="1"/>
          <p:nvPr>
            <p:ph type="title"/>
          </p:nvPr>
        </p:nvSpPr>
        <p:spPr>
          <a:xfrm>
            <a:off x="293139" y="3481713"/>
            <a:ext cx="4122320" cy="20922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700"/>
              <a:buFont typeface="Arial"/>
              <a:buNone/>
              <a:defRPr sz="57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4" name="Google Shape;54;p12"/>
          <p:cNvPicPr preferRelativeResize="0"/>
          <p:nvPr>
            <p:ph idx="2" type="pic"/>
          </p:nvPr>
        </p:nvPicPr>
        <p:blipFill/>
        <p:spPr>
          <a:xfrm>
            <a:off x="0" y="1"/>
            <a:ext cx="9144000" cy="2555751"/>
          </a:xfrm>
          <a:prstGeom prst="rect">
            <a:avLst/>
          </a:prstGeom>
          <a:blipFill rotWithShape="1">
            <a:blip r:embed="rId3">
              <a:alphaModFix amt="65000"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55" name="Google Shape;55;p12"/>
          <p:cNvSpPr txBox="1"/>
          <p:nvPr>
            <p:ph idx="11" type="ftr"/>
          </p:nvPr>
        </p:nvSpPr>
        <p:spPr>
          <a:xfrm>
            <a:off x="325246" y="2734068"/>
            <a:ext cx="2045498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2"/>
          <p:cNvSpPr txBox="1"/>
          <p:nvPr>
            <p:ph idx="10" type="dt"/>
          </p:nvPr>
        </p:nvSpPr>
        <p:spPr>
          <a:xfrm>
            <a:off x="5839176" y="2734068"/>
            <a:ext cx="1190033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87461" y="2734068"/>
            <a:ext cx="395021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8" name="Google Shape;58;p12"/>
          <p:cNvSpPr txBox="1"/>
          <p:nvPr>
            <p:ph idx="1" type="body"/>
          </p:nvPr>
        </p:nvSpPr>
        <p:spPr>
          <a:xfrm>
            <a:off x="5839176" y="3481714"/>
            <a:ext cx="2937077" cy="2765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95275" lvl="0" marL="457200" algn="l">
              <a:lnSpc>
                <a:spcPct val="13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AutoNum type="arabicPeriod"/>
              <a:defRPr sz="1050">
                <a:solidFill>
                  <a:schemeClr val="lt1"/>
                </a:solidFill>
              </a:defRPr>
            </a:lvl1pPr>
            <a:lvl2pPr indent="-295275" lvl="1" marL="914400" algn="l">
              <a:lnSpc>
                <a:spcPct val="13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AutoNum type="arabicPeriod"/>
              <a:defRPr sz="1050">
                <a:solidFill>
                  <a:schemeClr val="lt1"/>
                </a:solidFill>
              </a:defRPr>
            </a:lvl2pPr>
            <a:lvl3pPr indent="-295275" lvl="2" marL="1371600" algn="l">
              <a:lnSpc>
                <a:spcPct val="13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AutoNum type="arabicPeriod"/>
              <a:defRPr sz="1050">
                <a:solidFill>
                  <a:schemeClr val="lt1"/>
                </a:solidFill>
              </a:defRPr>
            </a:lvl3pPr>
            <a:lvl4pPr indent="-295275" lvl="3" marL="1828800" algn="l">
              <a:lnSpc>
                <a:spcPct val="13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AutoNum type="arabicPeriod"/>
              <a:defRPr sz="1050">
                <a:solidFill>
                  <a:schemeClr val="lt1"/>
                </a:solidFill>
              </a:defRPr>
            </a:lvl4pPr>
            <a:lvl5pPr indent="-295275" lvl="4" marL="2286000" algn="l">
              <a:lnSpc>
                <a:spcPct val="13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AutoNum type="arabicPeriod"/>
              <a:defRPr sz="105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">
  <p:cSld name="Content 2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urple and black background&#10;&#10;AI-generated content may be incorrect." id="60" name="Google Shape;60;p13"/>
          <p:cNvPicPr preferRelativeResize="0"/>
          <p:nvPr/>
        </p:nvPicPr>
        <p:blipFill rotWithShape="1">
          <a:blip r:embed="rId2">
            <a:alphaModFix/>
          </a:blip>
          <a:srcRect b="0" l="11509" r="0" t="0"/>
          <a:stretch/>
        </p:blipFill>
        <p:spPr>
          <a:xfrm>
            <a:off x="4743451" y="1"/>
            <a:ext cx="441094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3"/>
          <p:cNvSpPr txBox="1"/>
          <p:nvPr>
            <p:ph type="title"/>
          </p:nvPr>
        </p:nvSpPr>
        <p:spPr>
          <a:xfrm>
            <a:off x="314139" y="1276990"/>
            <a:ext cx="4033700" cy="98565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3"/>
          <p:cNvSpPr txBox="1"/>
          <p:nvPr>
            <p:ph idx="11" type="ftr"/>
          </p:nvPr>
        </p:nvSpPr>
        <p:spPr>
          <a:xfrm>
            <a:off x="324295" y="214858"/>
            <a:ext cx="2044782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3"/>
          <p:cNvSpPr txBox="1"/>
          <p:nvPr>
            <p:ph idx="10" type="dt"/>
          </p:nvPr>
        </p:nvSpPr>
        <p:spPr>
          <a:xfrm>
            <a:off x="6600825" y="214858"/>
            <a:ext cx="145638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3"/>
          <p:cNvSpPr txBox="1"/>
          <p:nvPr>
            <p:ph idx="12" type="sldNum"/>
          </p:nvPr>
        </p:nvSpPr>
        <p:spPr>
          <a:xfrm>
            <a:off x="8467721" y="214858"/>
            <a:ext cx="416961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5" name="Google Shape;65;p13"/>
          <p:cNvSpPr txBox="1"/>
          <p:nvPr>
            <p:ph idx="1" type="body"/>
          </p:nvPr>
        </p:nvSpPr>
        <p:spPr>
          <a:xfrm>
            <a:off x="320608" y="2471736"/>
            <a:ext cx="4033701" cy="36627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3">
  <p:cSld name="Content 3">
    <p:bg>
      <p:bgPr>
        <a:solidFill>
          <a:srgbClr val="09090C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ack background with a purple and orange light&#10;&#10;AI-generated content may be incorrect." id="67" name="Google Shape;67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>
            <a:off x="0" y="4406900"/>
            <a:ext cx="6858000" cy="24511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4"/>
          <p:cNvSpPr txBox="1"/>
          <p:nvPr>
            <p:ph type="title"/>
          </p:nvPr>
        </p:nvSpPr>
        <p:spPr>
          <a:xfrm>
            <a:off x="1400175" y="1886712"/>
            <a:ext cx="2630992" cy="3233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4"/>
          <p:cNvSpPr txBox="1"/>
          <p:nvPr>
            <p:ph idx="11" type="ftr"/>
          </p:nvPr>
        </p:nvSpPr>
        <p:spPr>
          <a:xfrm>
            <a:off x="314325" y="208394"/>
            <a:ext cx="1899089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4"/>
          <p:cNvSpPr txBox="1"/>
          <p:nvPr>
            <p:ph idx="10" type="dt"/>
          </p:nvPr>
        </p:nvSpPr>
        <p:spPr>
          <a:xfrm>
            <a:off x="4400550" y="208394"/>
            <a:ext cx="1513161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4"/>
          <p:cNvSpPr txBox="1"/>
          <p:nvPr>
            <p:ph idx="12" type="sldNum"/>
          </p:nvPr>
        </p:nvSpPr>
        <p:spPr>
          <a:xfrm>
            <a:off x="8472441" y="208394"/>
            <a:ext cx="414867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2" name="Google Shape;72;p14"/>
          <p:cNvSpPr txBox="1"/>
          <p:nvPr>
            <p:ph idx="1" type="body"/>
          </p:nvPr>
        </p:nvSpPr>
        <p:spPr>
          <a:xfrm>
            <a:off x="4400551" y="1886712"/>
            <a:ext cx="3371850" cy="3233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Picture">
  <p:cSld name="Content with Picture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321327" y="1115568"/>
            <a:ext cx="1878948" cy="16241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5"/>
          <p:cNvSpPr txBox="1"/>
          <p:nvPr>
            <p:ph idx="11" type="ftr"/>
          </p:nvPr>
        </p:nvSpPr>
        <p:spPr>
          <a:xfrm>
            <a:off x="322326" y="219456"/>
            <a:ext cx="2013036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5"/>
          <p:cNvSpPr txBox="1"/>
          <p:nvPr>
            <p:ph idx="10" type="dt"/>
          </p:nvPr>
        </p:nvSpPr>
        <p:spPr>
          <a:xfrm>
            <a:off x="2530548" y="215823"/>
            <a:ext cx="1114425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5"/>
          <p:cNvSpPr txBox="1"/>
          <p:nvPr>
            <p:ph idx="12" type="sldNum"/>
          </p:nvPr>
        </p:nvSpPr>
        <p:spPr>
          <a:xfrm>
            <a:off x="8473682" y="215823"/>
            <a:ext cx="411954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8" name="Google Shape;78;p15"/>
          <p:cNvSpPr txBox="1"/>
          <p:nvPr>
            <p:ph idx="1" type="body"/>
          </p:nvPr>
        </p:nvSpPr>
        <p:spPr>
          <a:xfrm>
            <a:off x="321327" y="3028523"/>
            <a:ext cx="1878948" cy="341037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/>
            </a:lvl1pPr>
            <a:lvl2pPr indent="-228600" lvl="1" marL="914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/>
            </a:lvl3pPr>
            <a:lvl4pPr indent="-228600" lvl="3" marL="1828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/>
            </a:lvl4pPr>
            <a:lvl5pPr indent="-228600" lvl="4" marL="22860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79" name="Google Shape;79;p15"/>
          <p:cNvPicPr preferRelativeResize="0"/>
          <p:nvPr>
            <p:ph idx="2" type="pic"/>
          </p:nvPr>
        </p:nvPicPr>
        <p:blipFill/>
        <p:spPr>
          <a:xfrm>
            <a:off x="2530548" y="1181100"/>
            <a:ext cx="6613452" cy="5676900"/>
          </a:xfrm>
          <a:prstGeom prst="rect">
            <a:avLst/>
          </a:prstGeom>
          <a:blipFill rotWithShape="1">
            <a:blip r:embed="rId2">
              <a:alphaModFix amt="65000"/>
            </a:blip>
            <a:stretch>
              <a:fillRect b="0" l="0" r="0" t="0"/>
            </a:stretch>
          </a:blipFill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Picture 2">
  <p:cSld name="Content with Picture 2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title"/>
          </p:nvPr>
        </p:nvSpPr>
        <p:spPr>
          <a:xfrm>
            <a:off x="314325" y="1115568"/>
            <a:ext cx="3000375" cy="13525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None/>
              <a:defRPr sz="225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6"/>
          <p:cNvSpPr txBox="1"/>
          <p:nvPr>
            <p:ph idx="11" type="ftr"/>
          </p:nvPr>
        </p:nvSpPr>
        <p:spPr>
          <a:xfrm>
            <a:off x="314325" y="219456"/>
            <a:ext cx="2045948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6"/>
          <p:cNvSpPr txBox="1"/>
          <p:nvPr>
            <p:ph idx="10" type="dt"/>
          </p:nvPr>
        </p:nvSpPr>
        <p:spPr>
          <a:xfrm>
            <a:off x="3635924" y="219456"/>
            <a:ext cx="1310831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6"/>
          <p:cNvSpPr txBox="1"/>
          <p:nvPr>
            <p:ph idx="12" type="sldNum"/>
          </p:nvPr>
        </p:nvSpPr>
        <p:spPr>
          <a:xfrm>
            <a:off x="8470461" y="216280"/>
            <a:ext cx="413335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5" name="Google Shape;85;p16"/>
          <p:cNvSpPr txBox="1"/>
          <p:nvPr>
            <p:ph idx="1" type="body"/>
          </p:nvPr>
        </p:nvSpPr>
        <p:spPr>
          <a:xfrm>
            <a:off x="3635924" y="1104900"/>
            <a:ext cx="5193752" cy="13525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/>
            </a:lvl1pPr>
            <a:lvl2pPr indent="-228600" lvl="1" marL="914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/>
            </a:lvl2pPr>
            <a:lvl3pPr indent="-228600" lvl="2" marL="1371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/>
            </a:lvl3pPr>
            <a:lvl4pPr indent="-228600" lvl="3" marL="1828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/>
            </a:lvl4pPr>
            <a:lvl5pPr indent="-228600" lvl="4" marL="22860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86" name="Google Shape;86;p16"/>
          <p:cNvPicPr preferRelativeResize="0"/>
          <p:nvPr>
            <p:ph idx="2" type="pic"/>
          </p:nvPr>
        </p:nvPicPr>
        <p:blipFill/>
        <p:spPr>
          <a:xfrm>
            <a:off x="0" y="2938510"/>
            <a:ext cx="9144000" cy="3919491"/>
          </a:xfrm>
          <a:prstGeom prst="rect">
            <a:avLst/>
          </a:prstGeom>
          <a:blipFill rotWithShape="1">
            <a:blip r:embed="rId2">
              <a:alphaModFix amt="65000"/>
            </a:blip>
            <a:stretch>
              <a:fillRect b="0" l="0" r="0" t="0"/>
            </a:stretch>
          </a:blipFill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Picture 3">
  <p:cSld name="Content with Picture 3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title"/>
          </p:nvPr>
        </p:nvSpPr>
        <p:spPr>
          <a:xfrm>
            <a:off x="314325" y="1115569"/>
            <a:ext cx="1885950" cy="29189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7"/>
          <p:cNvSpPr txBox="1"/>
          <p:nvPr>
            <p:ph idx="11" type="ftr"/>
          </p:nvPr>
        </p:nvSpPr>
        <p:spPr>
          <a:xfrm>
            <a:off x="324295" y="214858"/>
            <a:ext cx="188595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90" name="Google Shape;90;p17"/>
          <p:cNvPicPr preferRelativeResize="0"/>
          <p:nvPr>
            <p:ph idx="2" type="pic"/>
          </p:nvPr>
        </p:nvPicPr>
        <p:blipFill/>
        <p:spPr>
          <a:xfrm>
            <a:off x="2567811" y="1"/>
            <a:ext cx="6576190" cy="3985719"/>
          </a:xfrm>
          <a:prstGeom prst="rect">
            <a:avLst/>
          </a:prstGeom>
          <a:blipFill rotWithShape="1">
            <a:blip r:embed="rId2">
              <a:alphaModFix amt="65000"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91" name="Google Shape;91;p17"/>
          <p:cNvSpPr txBox="1"/>
          <p:nvPr>
            <p:ph idx="10" type="dt"/>
          </p:nvPr>
        </p:nvSpPr>
        <p:spPr>
          <a:xfrm>
            <a:off x="2514600" y="4077628"/>
            <a:ext cx="144018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7"/>
          <p:cNvSpPr txBox="1"/>
          <p:nvPr>
            <p:ph idx="12" type="sldNum"/>
          </p:nvPr>
        </p:nvSpPr>
        <p:spPr>
          <a:xfrm>
            <a:off x="8468743" y="4077628"/>
            <a:ext cx="416961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3" name="Google Shape;93;p17"/>
          <p:cNvSpPr txBox="1"/>
          <p:nvPr>
            <p:ph idx="1" type="body"/>
          </p:nvPr>
        </p:nvSpPr>
        <p:spPr>
          <a:xfrm>
            <a:off x="2514600" y="4423576"/>
            <a:ext cx="6315075" cy="18248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indent="-228600" lvl="1" marL="914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indent="-228600" lvl="3" marL="1828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indent="-228600" lvl="4" marL="22860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Picture 4">
  <p:cSld name="Content with Picture 4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4411005" y="1115569"/>
            <a:ext cx="3935683" cy="9941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1" type="ftr"/>
          </p:nvPr>
        </p:nvSpPr>
        <p:spPr>
          <a:xfrm>
            <a:off x="322326" y="219456"/>
            <a:ext cx="2200275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8"/>
          <p:cNvSpPr txBox="1"/>
          <p:nvPr>
            <p:ph idx="10" type="dt"/>
          </p:nvPr>
        </p:nvSpPr>
        <p:spPr>
          <a:xfrm>
            <a:off x="4422434" y="209088"/>
            <a:ext cx="1383033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8"/>
          <p:cNvSpPr txBox="1"/>
          <p:nvPr>
            <p:ph idx="12" type="sldNum"/>
          </p:nvPr>
        </p:nvSpPr>
        <p:spPr>
          <a:xfrm>
            <a:off x="8500639" y="209088"/>
            <a:ext cx="416961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9" name="Google Shape;99;p18"/>
          <p:cNvPicPr preferRelativeResize="0"/>
          <p:nvPr>
            <p:ph idx="2" type="pic"/>
          </p:nvPr>
        </p:nvPicPr>
        <p:blipFill/>
        <p:spPr>
          <a:xfrm>
            <a:off x="0" y="1181100"/>
            <a:ext cx="3935683" cy="5676900"/>
          </a:xfrm>
          <a:prstGeom prst="rect">
            <a:avLst/>
          </a:prstGeom>
          <a:blipFill rotWithShape="1">
            <a:blip r:embed="rId2">
              <a:alphaModFix amt="65000"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100" name="Google Shape;100;p18"/>
          <p:cNvSpPr txBox="1"/>
          <p:nvPr>
            <p:ph idx="1" type="body"/>
          </p:nvPr>
        </p:nvSpPr>
        <p:spPr>
          <a:xfrm>
            <a:off x="4411005" y="2133600"/>
            <a:ext cx="3935683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indent="-228600" lvl="1" marL="914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indent="-228600" lvl="3" marL="1828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indent="-228600" lvl="4" marL="22860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Picture 5">
  <p:cSld name="Content with Picture 5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title"/>
          </p:nvPr>
        </p:nvSpPr>
        <p:spPr>
          <a:xfrm>
            <a:off x="319543" y="1115569"/>
            <a:ext cx="2705753" cy="3170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None/>
              <a:defRPr sz="225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19"/>
          <p:cNvSpPr txBox="1"/>
          <p:nvPr>
            <p:ph idx="11" type="ftr"/>
          </p:nvPr>
        </p:nvSpPr>
        <p:spPr>
          <a:xfrm>
            <a:off x="322326" y="214858"/>
            <a:ext cx="194783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9"/>
          <p:cNvSpPr txBox="1"/>
          <p:nvPr>
            <p:ph idx="10" type="dt"/>
          </p:nvPr>
        </p:nvSpPr>
        <p:spPr>
          <a:xfrm>
            <a:off x="3634432" y="214858"/>
            <a:ext cx="1190033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19"/>
          <p:cNvSpPr txBox="1"/>
          <p:nvPr>
            <p:ph idx="12" type="sldNum"/>
          </p:nvPr>
        </p:nvSpPr>
        <p:spPr>
          <a:xfrm>
            <a:off x="8473208" y="214858"/>
            <a:ext cx="416961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6" name="Google Shape;106;p19"/>
          <p:cNvSpPr txBox="1"/>
          <p:nvPr>
            <p:ph idx="1" type="body"/>
          </p:nvPr>
        </p:nvSpPr>
        <p:spPr>
          <a:xfrm>
            <a:off x="3634432" y="1112672"/>
            <a:ext cx="5195243" cy="19678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/>
            </a:lvl1pPr>
            <a:lvl2pPr indent="-228600" lvl="1" marL="914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/>
            </a:lvl2pPr>
            <a:lvl3pPr indent="-228600" lvl="2" marL="1371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/>
            </a:lvl3pPr>
            <a:lvl4pPr indent="-228600" lvl="3" marL="1828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/>
            </a:lvl4pPr>
            <a:lvl5pPr indent="-228600" lvl="4" marL="22860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07" name="Google Shape;107;p19"/>
          <p:cNvPicPr preferRelativeResize="0"/>
          <p:nvPr>
            <p:ph idx="2" type="pic"/>
          </p:nvPr>
        </p:nvPicPr>
        <p:blipFill/>
        <p:spPr>
          <a:xfrm>
            <a:off x="3677310" y="3500204"/>
            <a:ext cx="5466691" cy="3357797"/>
          </a:xfrm>
          <a:prstGeom prst="rect">
            <a:avLst/>
          </a:prstGeom>
          <a:blipFill rotWithShape="1">
            <a:blip r:embed="rId2">
              <a:alphaModFix amt="60000"/>
            </a:blip>
            <a:stretch>
              <a:fillRect b="0" l="0" r="0" t="0"/>
            </a:stretch>
          </a:blipFill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Picture 6">
  <p:cSld name="Content with Picture 6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type="title"/>
          </p:nvPr>
        </p:nvSpPr>
        <p:spPr>
          <a:xfrm>
            <a:off x="324295" y="3429001"/>
            <a:ext cx="1875980" cy="25519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None/>
              <a:defRPr sz="225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0" name="Google Shape;110;p20"/>
          <p:cNvPicPr preferRelativeResize="0"/>
          <p:nvPr>
            <p:ph idx="2" type="pic"/>
          </p:nvPr>
        </p:nvPicPr>
        <p:blipFill/>
        <p:spPr>
          <a:xfrm>
            <a:off x="0" y="2"/>
            <a:ext cx="9144000" cy="2705099"/>
          </a:xfrm>
          <a:prstGeom prst="rect">
            <a:avLst/>
          </a:prstGeom>
          <a:blipFill rotWithShape="1">
            <a:blip r:embed="rId2">
              <a:alphaModFix amt="60000"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111" name="Google Shape;111;p20"/>
          <p:cNvSpPr txBox="1"/>
          <p:nvPr>
            <p:ph idx="11" type="ftr"/>
          </p:nvPr>
        </p:nvSpPr>
        <p:spPr>
          <a:xfrm>
            <a:off x="324295" y="2865290"/>
            <a:ext cx="2044782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0"/>
          <p:cNvSpPr txBox="1"/>
          <p:nvPr>
            <p:ph idx="10" type="dt"/>
          </p:nvPr>
        </p:nvSpPr>
        <p:spPr>
          <a:xfrm>
            <a:off x="2514600" y="2865290"/>
            <a:ext cx="1475509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0"/>
          <p:cNvSpPr txBox="1"/>
          <p:nvPr>
            <p:ph idx="12" type="sldNum"/>
          </p:nvPr>
        </p:nvSpPr>
        <p:spPr>
          <a:xfrm>
            <a:off x="8468743" y="2865290"/>
            <a:ext cx="416961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4" name="Google Shape;114;p20"/>
          <p:cNvSpPr txBox="1"/>
          <p:nvPr>
            <p:ph idx="1" type="body"/>
          </p:nvPr>
        </p:nvSpPr>
        <p:spPr>
          <a:xfrm>
            <a:off x="2514600" y="3429000"/>
            <a:ext cx="6157653" cy="30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/>
            </a:lvl1pPr>
            <a:lvl2pPr indent="-228600" lvl="1" marL="914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/>
            </a:lvl2pPr>
            <a:lvl3pPr indent="-228600" lvl="2" marL="1371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/>
            </a:lvl3pPr>
            <a:lvl4pPr indent="-228600" lvl="3" marL="1828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/>
            </a:lvl4pPr>
            <a:lvl5pPr indent="-228600" lvl="4" marL="22860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Picture 7">
  <p:cSld name="Content with Picture 7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 txBox="1"/>
          <p:nvPr>
            <p:ph type="title"/>
          </p:nvPr>
        </p:nvSpPr>
        <p:spPr>
          <a:xfrm>
            <a:off x="334673" y="1115568"/>
            <a:ext cx="2702442" cy="14098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1"/>
          <p:cNvSpPr txBox="1"/>
          <p:nvPr>
            <p:ph idx="11" type="ftr"/>
          </p:nvPr>
        </p:nvSpPr>
        <p:spPr>
          <a:xfrm>
            <a:off x="324295" y="214858"/>
            <a:ext cx="2044782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1"/>
          <p:cNvSpPr txBox="1"/>
          <p:nvPr>
            <p:ph idx="10" type="dt"/>
          </p:nvPr>
        </p:nvSpPr>
        <p:spPr>
          <a:xfrm>
            <a:off x="3629025" y="209088"/>
            <a:ext cx="188595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21"/>
          <p:cNvSpPr txBox="1"/>
          <p:nvPr>
            <p:ph idx="12" type="sldNum"/>
          </p:nvPr>
        </p:nvSpPr>
        <p:spPr>
          <a:xfrm>
            <a:off x="8464515" y="219456"/>
            <a:ext cx="423256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0" name="Google Shape;120;p21"/>
          <p:cNvSpPr txBox="1"/>
          <p:nvPr>
            <p:ph idx="1" type="body"/>
          </p:nvPr>
        </p:nvSpPr>
        <p:spPr>
          <a:xfrm>
            <a:off x="334673" y="2705100"/>
            <a:ext cx="2702442" cy="36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indent="-228600" lvl="1" marL="914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indent="-228600" lvl="3" marL="1828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indent="-228600" lvl="4" marL="22860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21" name="Google Shape;121;p21"/>
          <p:cNvPicPr preferRelativeResize="0"/>
          <p:nvPr>
            <p:ph idx="2" type="pic"/>
          </p:nvPr>
        </p:nvPicPr>
        <p:blipFill/>
        <p:spPr>
          <a:xfrm>
            <a:off x="3701452" y="1175658"/>
            <a:ext cx="5442548" cy="5682342"/>
          </a:xfrm>
          <a:prstGeom prst="rect">
            <a:avLst/>
          </a:prstGeom>
          <a:blipFill rotWithShape="1">
            <a:blip r:embed="rId2">
              <a:alphaModFix amt="65000"/>
            </a:blip>
            <a:stretch>
              <a:fillRect b="0" l="0" r="0" t="0"/>
            </a:stretch>
          </a:blipFill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Picture 8">
  <p:cSld name="Content with Picture 8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2"/>
          <p:cNvSpPr txBox="1"/>
          <p:nvPr>
            <p:ph type="title"/>
          </p:nvPr>
        </p:nvSpPr>
        <p:spPr>
          <a:xfrm>
            <a:off x="314325" y="4607626"/>
            <a:ext cx="3314700" cy="1640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4" name="Google Shape;124;p22"/>
          <p:cNvPicPr preferRelativeResize="0"/>
          <p:nvPr>
            <p:ph idx="2" type="pic"/>
          </p:nvPr>
        </p:nvPicPr>
        <p:blipFill/>
        <p:spPr>
          <a:xfrm>
            <a:off x="1435" y="1"/>
            <a:ext cx="3627590" cy="4214191"/>
          </a:xfrm>
          <a:prstGeom prst="rect">
            <a:avLst/>
          </a:prstGeom>
          <a:blipFill rotWithShape="1">
            <a:blip r:embed="rId2">
              <a:alphaModFix amt="60000"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125" name="Google Shape;125;p22"/>
          <p:cNvSpPr txBox="1"/>
          <p:nvPr>
            <p:ph idx="11" type="ftr"/>
          </p:nvPr>
        </p:nvSpPr>
        <p:spPr>
          <a:xfrm>
            <a:off x="4155956" y="209088"/>
            <a:ext cx="2044782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22"/>
          <p:cNvSpPr txBox="1"/>
          <p:nvPr>
            <p:ph idx="10" type="dt"/>
          </p:nvPr>
        </p:nvSpPr>
        <p:spPr>
          <a:xfrm>
            <a:off x="6600825" y="214858"/>
            <a:ext cx="1428938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22"/>
          <p:cNvSpPr txBox="1"/>
          <p:nvPr>
            <p:ph idx="12" type="sldNum"/>
          </p:nvPr>
        </p:nvSpPr>
        <p:spPr>
          <a:xfrm>
            <a:off x="8468743" y="214858"/>
            <a:ext cx="416961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8" name="Google Shape;128;p22"/>
          <p:cNvSpPr txBox="1"/>
          <p:nvPr>
            <p:ph idx="1" type="body"/>
          </p:nvPr>
        </p:nvSpPr>
        <p:spPr>
          <a:xfrm>
            <a:off x="4155957" y="1104900"/>
            <a:ext cx="4312786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indent="-228600" lvl="1" marL="914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indent="-228600" lvl="3" marL="1828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indent="-228600" lvl="4" marL="22860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Picture 9">
  <p:cSld name="Content with Picture 9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3"/>
          <p:cNvSpPr txBox="1"/>
          <p:nvPr>
            <p:ph type="title"/>
          </p:nvPr>
        </p:nvSpPr>
        <p:spPr>
          <a:xfrm>
            <a:off x="314326" y="1115568"/>
            <a:ext cx="2329001" cy="1636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23"/>
          <p:cNvSpPr txBox="1"/>
          <p:nvPr>
            <p:ph idx="11" type="ftr"/>
          </p:nvPr>
        </p:nvSpPr>
        <p:spPr>
          <a:xfrm>
            <a:off x="324295" y="214858"/>
            <a:ext cx="2044782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23"/>
          <p:cNvSpPr txBox="1"/>
          <p:nvPr>
            <p:ph idx="10" type="dt"/>
          </p:nvPr>
        </p:nvSpPr>
        <p:spPr>
          <a:xfrm>
            <a:off x="3041641" y="214858"/>
            <a:ext cx="1902741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23"/>
          <p:cNvSpPr txBox="1"/>
          <p:nvPr>
            <p:ph idx="12" type="sldNum"/>
          </p:nvPr>
        </p:nvSpPr>
        <p:spPr>
          <a:xfrm>
            <a:off x="8469630" y="214858"/>
            <a:ext cx="416961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34" name="Google Shape;134;p23"/>
          <p:cNvPicPr preferRelativeResize="0"/>
          <p:nvPr>
            <p:ph idx="2" type="pic"/>
          </p:nvPr>
        </p:nvPicPr>
        <p:blipFill/>
        <p:spPr>
          <a:xfrm>
            <a:off x="1" y="3017520"/>
            <a:ext cx="2563427" cy="3840480"/>
          </a:xfrm>
          <a:prstGeom prst="rect">
            <a:avLst/>
          </a:prstGeom>
          <a:blipFill rotWithShape="1">
            <a:blip r:embed="rId2">
              <a:alphaModFix amt="65000"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135" name="Google Shape;135;p23"/>
          <p:cNvSpPr txBox="1"/>
          <p:nvPr>
            <p:ph idx="1" type="body"/>
          </p:nvPr>
        </p:nvSpPr>
        <p:spPr>
          <a:xfrm>
            <a:off x="3041642" y="1104902"/>
            <a:ext cx="5607428" cy="5333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indent="-228600" lvl="1" marL="914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indent="-228600" lvl="3" marL="1828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indent="-228600" lvl="4" marL="22860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 Large">
  <p:cSld name="Number Large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lose up of a colorful background&#10;&#10;AI-generated content may be incorrect." id="137" name="Google Shape;137;p24"/>
          <p:cNvPicPr preferRelativeResize="0"/>
          <p:nvPr/>
        </p:nvPicPr>
        <p:blipFill rotWithShape="1">
          <a:blip r:embed="rId2">
            <a:alphaModFix/>
          </a:blip>
          <a:srcRect b="0" l="0" r="5781" t="17701"/>
          <a:stretch/>
        </p:blipFill>
        <p:spPr>
          <a:xfrm flipH="1" rot="10800000">
            <a:off x="0" y="-1"/>
            <a:ext cx="9144000" cy="6864096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4"/>
          <p:cNvSpPr txBox="1"/>
          <p:nvPr>
            <p:ph type="title"/>
          </p:nvPr>
        </p:nvSpPr>
        <p:spPr>
          <a:xfrm>
            <a:off x="5829300" y="5082379"/>
            <a:ext cx="3000375" cy="116923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sz="1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24"/>
          <p:cNvSpPr txBox="1"/>
          <p:nvPr>
            <p:ph idx="11" type="ftr"/>
          </p:nvPr>
        </p:nvSpPr>
        <p:spPr>
          <a:xfrm>
            <a:off x="324295" y="214858"/>
            <a:ext cx="2044782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24"/>
          <p:cNvSpPr txBox="1"/>
          <p:nvPr>
            <p:ph idx="10" type="dt"/>
          </p:nvPr>
        </p:nvSpPr>
        <p:spPr>
          <a:xfrm>
            <a:off x="5829300" y="209088"/>
            <a:ext cx="1478018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24"/>
          <p:cNvSpPr txBox="1"/>
          <p:nvPr>
            <p:ph idx="12" type="sldNum"/>
          </p:nvPr>
        </p:nvSpPr>
        <p:spPr>
          <a:xfrm>
            <a:off x="8468743" y="214858"/>
            <a:ext cx="416961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2" name="Google Shape;142;p24"/>
          <p:cNvSpPr txBox="1"/>
          <p:nvPr>
            <p:ph idx="1" type="body"/>
          </p:nvPr>
        </p:nvSpPr>
        <p:spPr>
          <a:xfrm>
            <a:off x="210742" y="1063626"/>
            <a:ext cx="7821215" cy="3508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8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9500"/>
              <a:buNone/>
              <a:defRPr sz="19500"/>
            </a:lvl1pPr>
            <a:lvl2pPr indent="-228600" lvl="1" marL="914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indent="-228600" lvl="3" marL="1828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indent="-228600" lvl="4" marL="22860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">
  <p:cSld name="Statement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red and purple light&#10;&#10;AI-generated content may be incorrect." id="144" name="Google Shape;144;p25"/>
          <p:cNvPicPr preferRelativeResize="0"/>
          <p:nvPr/>
        </p:nvPicPr>
        <p:blipFill rotWithShape="1">
          <a:blip r:embed="rId2">
            <a:alphaModFix/>
          </a:blip>
          <a:srcRect b="1" l="7784" r="22221" t="57458"/>
          <a:stretch/>
        </p:blipFill>
        <p:spPr>
          <a:xfrm rot="10800000">
            <a:off x="0" y="1"/>
            <a:ext cx="9144000" cy="4802819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5"/>
          <p:cNvSpPr txBox="1"/>
          <p:nvPr>
            <p:ph type="title"/>
          </p:nvPr>
        </p:nvSpPr>
        <p:spPr>
          <a:xfrm>
            <a:off x="459486" y="-1133856"/>
            <a:ext cx="798957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25"/>
          <p:cNvSpPr txBox="1"/>
          <p:nvPr>
            <p:ph idx="11" type="ftr"/>
          </p:nvPr>
        </p:nvSpPr>
        <p:spPr>
          <a:xfrm>
            <a:off x="324295" y="214858"/>
            <a:ext cx="2044782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25"/>
          <p:cNvSpPr txBox="1"/>
          <p:nvPr>
            <p:ph idx="10" type="dt"/>
          </p:nvPr>
        </p:nvSpPr>
        <p:spPr>
          <a:xfrm>
            <a:off x="6600825" y="214858"/>
            <a:ext cx="144018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25"/>
          <p:cNvSpPr txBox="1"/>
          <p:nvPr>
            <p:ph idx="12" type="sldNum"/>
          </p:nvPr>
        </p:nvSpPr>
        <p:spPr>
          <a:xfrm>
            <a:off x="8468743" y="214858"/>
            <a:ext cx="416961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9" name="Google Shape;149;p25"/>
          <p:cNvSpPr txBox="1"/>
          <p:nvPr>
            <p:ph idx="1" type="body"/>
          </p:nvPr>
        </p:nvSpPr>
        <p:spPr>
          <a:xfrm>
            <a:off x="314325" y="2885607"/>
            <a:ext cx="6600826" cy="355329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8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b="0" sz="45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8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3300"/>
              <a:buNone/>
              <a:defRPr b="0" sz="33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8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0" sz="30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8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b="0" sz="27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8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Quote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lose up of a colorful background&#10;&#10;AI-generated content may be incorrect." id="151" name="Google Shape;151;p26"/>
          <p:cNvPicPr preferRelativeResize="0"/>
          <p:nvPr/>
        </p:nvPicPr>
        <p:blipFill rotWithShape="1">
          <a:blip r:embed="rId2">
            <a:alphaModFix/>
          </a:blip>
          <a:srcRect b="0" l="1291" r="10011" t="22024"/>
          <a:stretch/>
        </p:blipFill>
        <p:spPr>
          <a:xfrm flipH="1" rot="10800000">
            <a:off x="0" y="0"/>
            <a:ext cx="9144000" cy="6864096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6"/>
          <p:cNvSpPr txBox="1"/>
          <p:nvPr>
            <p:ph type="title"/>
          </p:nvPr>
        </p:nvSpPr>
        <p:spPr>
          <a:xfrm>
            <a:off x="1400175" y="4874219"/>
            <a:ext cx="6379925" cy="6664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b="0" sz="1050" cap="none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26"/>
          <p:cNvSpPr txBox="1"/>
          <p:nvPr>
            <p:ph idx="11" type="ftr"/>
          </p:nvPr>
        </p:nvSpPr>
        <p:spPr>
          <a:xfrm>
            <a:off x="324295" y="214858"/>
            <a:ext cx="2044782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26"/>
          <p:cNvSpPr txBox="1"/>
          <p:nvPr>
            <p:ph idx="10" type="dt"/>
          </p:nvPr>
        </p:nvSpPr>
        <p:spPr>
          <a:xfrm>
            <a:off x="6600825" y="214858"/>
            <a:ext cx="144018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26"/>
          <p:cNvSpPr txBox="1"/>
          <p:nvPr>
            <p:ph idx="12" type="sldNum"/>
          </p:nvPr>
        </p:nvSpPr>
        <p:spPr>
          <a:xfrm>
            <a:off x="8468743" y="214858"/>
            <a:ext cx="416961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6" name="Google Shape;156;p26"/>
          <p:cNvSpPr txBox="1"/>
          <p:nvPr>
            <p:ph idx="1" type="body"/>
          </p:nvPr>
        </p:nvSpPr>
        <p:spPr>
          <a:xfrm>
            <a:off x="1400175" y="1856096"/>
            <a:ext cx="6379925" cy="28553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50"/>
              <a:buFont typeface="Arial"/>
              <a:buNone/>
              <a:defRPr sz="375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indent="-228600" lvl="3" marL="1828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indent="-228600" lvl="4" marL="22860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7"/>
          <p:cNvSpPr txBox="1"/>
          <p:nvPr>
            <p:ph type="title"/>
          </p:nvPr>
        </p:nvSpPr>
        <p:spPr>
          <a:xfrm>
            <a:off x="314325" y="1115569"/>
            <a:ext cx="6286500" cy="7016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27"/>
          <p:cNvSpPr txBox="1"/>
          <p:nvPr>
            <p:ph idx="11" type="ftr"/>
          </p:nvPr>
        </p:nvSpPr>
        <p:spPr>
          <a:xfrm>
            <a:off x="324295" y="214858"/>
            <a:ext cx="2044782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27"/>
          <p:cNvSpPr txBox="1"/>
          <p:nvPr>
            <p:ph idx="10" type="dt"/>
          </p:nvPr>
        </p:nvSpPr>
        <p:spPr>
          <a:xfrm>
            <a:off x="6600825" y="214858"/>
            <a:ext cx="144018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27"/>
          <p:cNvSpPr txBox="1"/>
          <p:nvPr>
            <p:ph idx="12" type="sldNum"/>
          </p:nvPr>
        </p:nvSpPr>
        <p:spPr>
          <a:xfrm>
            <a:off x="8468743" y="214858"/>
            <a:ext cx="416961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2" name="Google Shape;162;p27"/>
          <p:cNvSpPr txBox="1"/>
          <p:nvPr>
            <p:ph idx="1" type="body"/>
          </p:nvPr>
        </p:nvSpPr>
        <p:spPr>
          <a:xfrm>
            <a:off x="323850" y="1900238"/>
            <a:ext cx="3693319" cy="43481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3" name="Google Shape;163;p27"/>
          <p:cNvSpPr txBox="1"/>
          <p:nvPr>
            <p:ph idx="2" type="body"/>
          </p:nvPr>
        </p:nvSpPr>
        <p:spPr>
          <a:xfrm>
            <a:off x="4409118" y="1900238"/>
            <a:ext cx="3693319" cy="43481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8"/>
          <p:cNvSpPr txBox="1"/>
          <p:nvPr>
            <p:ph type="title"/>
          </p:nvPr>
        </p:nvSpPr>
        <p:spPr>
          <a:xfrm>
            <a:off x="313992" y="932098"/>
            <a:ext cx="8126654" cy="7040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28"/>
          <p:cNvSpPr txBox="1"/>
          <p:nvPr>
            <p:ph idx="11" type="ftr"/>
          </p:nvPr>
        </p:nvSpPr>
        <p:spPr>
          <a:xfrm>
            <a:off x="324295" y="214858"/>
            <a:ext cx="2044782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28"/>
          <p:cNvSpPr txBox="1"/>
          <p:nvPr>
            <p:ph idx="10" type="dt"/>
          </p:nvPr>
        </p:nvSpPr>
        <p:spPr>
          <a:xfrm>
            <a:off x="6600825" y="214858"/>
            <a:ext cx="144018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p28"/>
          <p:cNvSpPr txBox="1"/>
          <p:nvPr>
            <p:ph idx="12" type="sldNum"/>
          </p:nvPr>
        </p:nvSpPr>
        <p:spPr>
          <a:xfrm>
            <a:off x="8468743" y="214858"/>
            <a:ext cx="416961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9" name="Google Shape;169;p28"/>
          <p:cNvSpPr txBox="1"/>
          <p:nvPr>
            <p:ph idx="1" type="body"/>
          </p:nvPr>
        </p:nvSpPr>
        <p:spPr>
          <a:xfrm>
            <a:off x="313991" y="1675614"/>
            <a:ext cx="3685439" cy="5598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 cap="none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70" name="Google Shape;170;p28"/>
          <p:cNvSpPr txBox="1"/>
          <p:nvPr>
            <p:ph idx="2" type="body"/>
          </p:nvPr>
        </p:nvSpPr>
        <p:spPr>
          <a:xfrm>
            <a:off x="323850" y="2285022"/>
            <a:ext cx="3675580" cy="39633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1" name="Google Shape;171;p28"/>
          <p:cNvSpPr txBox="1"/>
          <p:nvPr>
            <p:ph idx="3" type="body"/>
          </p:nvPr>
        </p:nvSpPr>
        <p:spPr>
          <a:xfrm>
            <a:off x="4714875" y="1675614"/>
            <a:ext cx="3725771" cy="5598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 cap="none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72" name="Google Shape;172;p28"/>
          <p:cNvSpPr txBox="1"/>
          <p:nvPr>
            <p:ph idx="4" type="body"/>
          </p:nvPr>
        </p:nvSpPr>
        <p:spPr>
          <a:xfrm>
            <a:off x="4709551" y="2285022"/>
            <a:ext cx="3737072" cy="39633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9"/>
          <p:cNvSpPr txBox="1"/>
          <p:nvPr>
            <p:ph type="title"/>
          </p:nvPr>
        </p:nvSpPr>
        <p:spPr>
          <a:xfrm>
            <a:off x="315594" y="1113511"/>
            <a:ext cx="6285232" cy="8761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29"/>
          <p:cNvSpPr txBox="1"/>
          <p:nvPr>
            <p:ph idx="11" type="ftr"/>
          </p:nvPr>
        </p:nvSpPr>
        <p:spPr>
          <a:xfrm>
            <a:off x="324295" y="214858"/>
            <a:ext cx="2044782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29"/>
          <p:cNvSpPr txBox="1"/>
          <p:nvPr>
            <p:ph idx="10" type="dt"/>
          </p:nvPr>
        </p:nvSpPr>
        <p:spPr>
          <a:xfrm>
            <a:off x="6600825" y="214858"/>
            <a:ext cx="144018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29"/>
          <p:cNvSpPr txBox="1"/>
          <p:nvPr>
            <p:ph idx="12" type="sldNum"/>
          </p:nvPr>
        </p:nvSpPr>
        <p:spPr>
          <a:xfrm>
            <a:off x="8468743" y="214858"/>
            <a:ext cx="416961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pty" type="blank">
  <p:cSld name="BLANK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0"/>
          <p:cNvSpPr txBox="1"/>
          <p:nvPr>
            <p:ph idx="11" type="ftr"/>
          </p:nvPr>
        </p:nvSpPr>
        <p:spPr>
          <a:xfrm>
            <a:off x="324295" y="214858"/>
            <a:ext cx="2044782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p30"/>
          <p:cNvSpPr txBox="1"/>
          <p:nvPr>
            <p:ph idx="10" type="dt"/>
          </p:nvPr>
        </p:nvSpPr>
        <p:spPr>
          <a:xfrm>
            <a:off x="6600825" y="214858"/>
            <a:ext cx="144018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30"/>
          <p:cNvSpPr txBox="1"/>
          <p:nvPr>
            <p:ph idx="12" type="sldNum"/>
          </p:nvPr>
        </p:nvSpPr>
        <p:spPr>
          <a:xfrm>
            <a:off x="8468743" y="214858"/>
            <a:ext cx="416961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clusion">
  <p:cSld name="Conclusion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red and purple light&#10;&#10;AI-generated content may be incorrect." id="183" name="Google Shape;183;p31"/>
          <p:cNvPicPr preferRelativeResize="0"/>
          <p:nvPr/>
        </p:nvPicPr>
        <p:blipFill rotWithShape="1">
          <a:blip r:embed="rId2">
            <a:alphaModFix/>
          </a:blip>
          <a:srcRect b="0" l="0" r="7892" t="0"/>
          <a:stretch/>
        </p:blipFill>
        <p:spPr>
          <a:xfrm flipH="1">
            <a:off x="0" y="0"/>
            <a:ext cx="914399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31"/>
          <p:cNvSpPr txBox="1"/>
          <p:nvPr>
            <p:ph type="title"/>
          </p:nvPr>
        </p:nvSpPr>
        <p:spPr>
          <a:xfrm>
            <a:off x="324295" y="758952"/>
            <a:ext cx="5707251" cy="17348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  <a:defRPr sz="5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5" name="Google Shape;185;p31"/>
          <p:cNvSpPr txBox="1"/>
          <p:nvPr>
            <p:ph idx="11" type="ftr"/>
          </p:nvPr>
        </p:nvSpPr>
        <p:spPr>
          <a:xfrm>
            <a:off x="324295" y="214858"/>
            <a:ext cx="2044782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31"/>
          <p:cNvSpPr txBox="1"/>
          <p:nvPr>
            <p:ph idx="10" type="dt"/>
          </p:nvPr>
        </p:nvSpPr>
        <p:spPr>
          <a:xfrm>
            <a:off x="6600825" y="214858"/>
            <a:ext cx="144018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31"/>
          <p:cNvSpPr txBox="1"/>
          <p:nvPr>
            <p:ph idx="12" type="sldNum"/>
          </p:nvPr>
        </p:nvSpPr>
        <p:spPr>
          <a:xfrm>
            <a:off x="8468743" y="214858"/>
            <a:ext cx="416961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8" name="Google Shape;188;p31"/>
          <p:cNvSpPr txBox="1"/>
          <p:nvPr>
            <p:ph idx="1" type="body"/>
          </p:nvPr>
        </p:nvSpPr>
        <p:spPr>
          <a:xfrm>
            <a:off x="314325" y="2705101"/>
            <a:ext cx="6600825" cy="2947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clusion 2">
  <p:cSld name="Conclusion 2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red and purple light&#10;&#10;AI-generated content may be incorrect." id="190" name="Google Shape;190;p32"/>
          <p:cNvPicPr preferRelativeResize="0"/>
          <p:nvPr/>
        </p:nvPicPr>
        <p:blipFill rotWithShape="1">
          <a:blip r:embed="rId2">
            <a:alphaModFix/>
          </a:blip>
          <a:srcRect b="0" l="0" r="7892" t="0"/>
          <a:stretch/>
        </p:blipFill>
        <p:spPr>
          <a:xfrm flipH="1">
            <a:off x="0" y="0"/>
            <a:ext cx="914399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32"/>
          <p:cNvSpPr txBox="1"/>
          <p:nvPr>
            <p:ph type="title"/>
          </p:nvPr>
        </p:nvSpPr>
        <p:spPr>
          <a:xfrm>
            <a:off x="315594" y="2704772"/>
            <a:ext cx="4099245" cy="27333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  <a:defRPr sz="5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32"/>
          <p:cNvSpPr txBox="1"/>
          <p:nvPr>
            <p:ph idx="11" type="ftr"/>
          </p:nvPr>
        </p:nvSpPr>
        <p:spPr>
          <a:xfrm>
            <a:off x="324295" y="214858"/>
            <a:ext cx="2044782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32"/>
          <p:cNvSpPr txBox="1"/>
          <p:nvPr>
            <p:ph idx="10" type="dt"/>
          </p:nvPr>
        </p:nvSpPr>
        <p:spPr>
          <a:xfrm>
            <a:off x="6600825" y="214858"/>
            <a:ext cx="144018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32"/>
          <p:cNvSpPr txBox="1"/>
          <p:nvPr>
            <p:ph idx="12" type="sldNum"/>
          </p:nvPr>
        </p:nvSpPr>
        <p:spPr>
          <a:xfrm>
            <a:off x="8468743" y="214858"/>
            <a:ext cx="416961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5" name="Google Shape;195;p32"/>
          <p:cNvSpPr txBox="1"/>
          <p:nvPr>
            <p:ph idx="1" type="body"/>
          </p:nvPr>
        </p:nvSpPr>
        <p:spPr>
          <a:xfrm>
            <a:off x="4729163" y="2705100"/>
            <a:ext cx="3307556" cy="15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theme" Target="../theme/theme2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"/>
          <p:cNvSpPr txBox="1"/>
          <p:nvPr>
            <p:ph type="title"/>
          </p:nvPr>
        </p:nvSpPr>
        <p:spPr>
          <a:xfrm>
            <a:off x="315594" y="1113511"/>
            <a:ext cx="7456807" cy="8761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None/>
              <a:defRPr b="0" i="0" sz="22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5"/>
          <p:cNvSpPr txBox="1"/>
          <p:nvPr>
            <p:ph idx="1" type="body"/>
          </p:nvPr>
        </p:nvSpPr>
        <p:spPr>
          <a:xfrm>
            <a:off x="322063" y="2133600"/>
            <a:ext cx="7456807" cy="43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5"/>
          <p:cNvSpPr txBox="1"/>
          <p:nvPr>
            <p:ph idx="11" type="ftr"/>
          </p:nvPr>
        </p:nvSpPr>
        <p:spPr>
          <a:xfrm>
            <a:off x="324295" y="214858"/>
            <a:ext cx="2044782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5"/>
          <p:cNvSpPr txBox="1"/>
          <p:nvPr>
            <p:ph idx="10" type="dt"/>
          </p:nvPr>
        </p:nvSpPr>
        <p:spPr>
          <a:xfrm>
            <a:off x="6600825" y="214858"/>
            <a:ext cx="144018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5"/>
          <p:cNvSpPr txBox="1"/>
          <p:nvPr>
            <p:ph idx="12" type="sldNum"/>
          </p:nvPr>
        </p:nvSpPr>
        <p:spPr>
          <a:xfrm>
            <a:off x="8468743" y="214858"/>
            <a:ext cx="416961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5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64">
          <p15:clr>
            <a:srgbClr val="F26B43"/>
          </p15:clr>
        </p15:guide>
        <p15:guide id="2" orient="horz" pos="264">
          <p15:clr>
            <a:srgbClr val="F26B43"/>
          </p15:clr>
        </p15:guide>
        <p15:guide id="3" pos="7416">
          <p15:clr>
            <a:srgbClr val="F26B43"/>
          </p15:clr>
        </p15:guide>
        <p15:guide id="4" pos="4632">
          <p15:clr>
            <a:srgbClr val="F26B43"/>
          </p15:clr>
        </p15:guide>
        <p15:guide id="5" pos="5544">
          <p15:clr>
            <a:srgbClr val="F26B43"/>
          </p15:clr>
        </p15:guide>
        <p15:guide id="6" pos="2784">
          <p15:clr>
            <a:srgbClr val="F26B43"/>
          </p15:clr>
        </p15:guide>
        <p15:guide id="7" pos="3048">
          <p15:clr>
            <a:srgbClr val="F26B43"/>
          </p15:clr>
        </p15:guide>
        <p15:guide id="8" pos="3960">
          <p15:clr>
            <a:srgbClr val="F26B43"/>
          </p15:clr>
        </p15:guide>
        <p15:guide id="9" pos="1176">
          <p15:clr>
            <a:srgbClr val="F26B43"/>
          </p15:clr>
        </p15:guide>
        <p15:guide id="10" pos="912">
          <p15:clr>
            <a:srgbClr val="F26B43"/>
          </p15:clr>
        </p15:guide>
        <p15:guide id="11" pos="3696">
          <p15:clr>
            <a:srgbClr val="F26B43"/>
          </p15:clr>
        </p15:guide>
        <p15:guide id="12" pos="1848">
          <p15:clr>
            <a:srgbClr val="F26B43"/>
          </p15:clr>
        </p15:guide>
        <p15:guide id="13" pos="2112">
          <p15:clr>
            <a:srgbClr val="F26B43"/>
          </p15:clr>
        </p15:guide>
        <p15:guide id="14" pos="6528">
          <p15:clr>
            <a:srgbClr val="F26B43"/>
          </p15:clr>
        </p15:guide>
        <p15:guide id="15" pos="6744">
          <p15:clr>
            <a:srgbClr val="F26B43"/>
          </p15:clr>
        </p15:guide>
        <p15:guide id="16" orient="horz" pos="393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://drive.google.com/file/d/1bzRlzPhX23Ja9mgxNNg0wW5e3wldGbGc/view" TargetMode="External"/><Relationship Id="rId4" Type="http://schemas.openxmlformats.org/officeDocument/2006/relationships/image" Target="../media/image1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"/>
          <p:cNvSpPr txBox="1"/>
          <p:nvPr>
            <p:ph type="ctrTitle"/>
          </p:nvPr>
        </p:nvSpPr>
        <p:spPr>
          <a:xfrm>
            <a:off x="3785616" y="1820487"/>
            <a:ext cx="5276088" cy="276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/>
              <a:t>Eviction-Based Memory Management for 3D Gaussian Splatting SLAM</a:t>
            </a:r>
            <a:endParaRPr/>
          </a:p>
        </p:txBody>
      </p:sp>
      <p:sp>
        <p:nvSpPr>
          <p:cNvPr id="201" name="Google Shape;201;p1"/>
          <p:cNvSpPr txBox="1"/>
          <p:nvPr>
            <p:ph idx="1" type="subTitle"/>
          </p:nvPr>
        </p:nvSpPr>
        <p:spPr>
          <a:xfrm>
            <a:off x="4489899" y="4714825"/>
            <a:ext cx="3383100" cy="9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95238"/>
              <a:buNone/>
            </a:pPr>
            <a:r>
              <a:rPr lang="en-US"/>
              <a:t>Devon Goshorn		Phillip Li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ct val="95238"/>
              <a:buNone/>
            </a:pPr>
            <a:r>
              <a:rPr lang="en-US"/>
              <a:t>Master Student, CE		PhD Student, CS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ct val="95238"/>
              <a:buNone/>
            </a:pPr>
            <a:r>
              <a:rPr lang="en-US"/>
              <a:t>Infrastructure/Systems	Algorithmic Design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ct val="95238"/>
              <a:buNone/>
            </a:pPr>
            <a:r>
              <a:rPr lang="en-US"/>
              <a:t>Development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"/>
          <p:cNvSpPr txBox="1"/>
          <p:nvPr>
            <p:ph type="title"/>
          </p:nvPr>
        </p:nvSpPr>
        <p:spPr>
          <a:xfrm>
            <a:off x="322063" y="419100"/>
            <a:ext cx="7456807" cy="8761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lang="en-US" sz="3200"/>
              <a:t>Problem: Bounding VRAM Growth in Real-Time 3DGS SLAM</a:t>
            </a:r>
            <a:endParaRPr/>
          </a:p>
        </p:txBody>
      </p:sp>
      <p:sp>
        <p:nvSpPr>
          <p:cNvPr id="207" name="Google Shape;207;p2"/>
          <p:cNvSpPr txBox="1"/>
          <p:nvPr>
            <p:ph idx="1" type="body"/>
          </p:nvPr>
        </p:nvSpPr>
        <p:spPr>
          <a:xfrm>
            <a:off x="322075" y="1375825"/>
            <a:ext cx="8478900" cy="33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en-US" sz="2000"/>
              <a:t>The Problem: 3DGS SLAM maps grow continuously, causing OOM crashes on edge devices.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en-US" sz="2000"/>
              <a:t>The Setting: Real-time robotics and mobile systems, systems where memory and power are strictly limited.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en-US" sz="2000"/>
              <a:t>ML Systems Perspective: Trade-off between strict VRAM budgeting and tracking accuracy/reconstruction quality.</a:t>
            </a:r>
            <a:endParaRPr sz="2000"/>
          </a:p>
          <a:p>
            <a:pPr indent="0" lvl="0" marL="0" rtl="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en-US" sz="2000"/>
              <a:t>Core Hypothesis: Visibility-aware pruning caps VRAM usage and limits power consumption.</a:t>
            </a:r>
            <a:endParaRPr/>
          </a:p>
        </p:txBody>
      </p:sp>
      <p:pic>
        <p:nvPicPr>
          <p:cNvPr id="208" name="Google Shape;208;p2" title="Gaussian_Splat_Video.webm.1080p.vp9.webm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67874" y="4561575"/>
            <a:ext cx="3683798" cy="2072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"/>
          <p:cNvSpPr txBox="1"/>
          <p:nvPr>
            <p:ph type="title"/>
          </p:nvPr>
        </p:nvSpPr>
        <p:spPr>
          <a:xfrm>
            <a:off x="315594" y="391135"/>
            <a:ext cx="7456807" cy="8761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lang="en-US" sz="3200"/>
              <a:t>Proposed Solution: Active Pruning Module for 3DGS</a:t>
            </a:r>
            <a:endParaRPr/>
          </a:p>
        </p:txBody>
      </p:sp>
      <p:sp>
        <p:nvSpPr>
          <p:cNvPr id="214" name="Google Shape;214;p3"/>
          <p:cNvSpPr txBox="1"/>
          <p:nvPr>
            <p:ph idx="1" type="body"/>
          </p:nvPr>
        </p:nvSpPr>
        <p:spPr>
          <a:xfrm flipH="1">
            <a:off x="196596" y="1371600"/>
            <a:ext cx="8750808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en-US" sz="2000"/>
              <a:t>The Artifact: 3DGS SLAM pipeline with a configurable memory-limit and active Gaussian culling.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en-US" sz="2000"/>
              <a:t>What We Re-use: Existing open-source 3DGS SLAM systems (e.g., MonoGS).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en-US" sz="2000"/>
              <a:t>Our Contribution: Implementing a custom eviction queue and pruning heuristics in the mapping thread.</a:t>
            </a:r>
            <a:endParaRPr/>
          </a:p>
        </p:txBody>
      </p:sp>
      <p:pic>
        <p:nvPicPr>
          <p:cNvPr descr="diagram.jpg" id="215" name="Google Shape;21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30233" y="4114800"/>
            <a:ext cx="4690342" cy="23774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4"/>
          <p:cNvSpPr txBox="1"/>
          <p:nvPr>
            <p:ph type="title"/>
          </p:nvPr>
        </p:nvSpPr>
        <p:spPr>
          <a:xfrm>
            <a:off x="322063" y="435331"/>
            <a:ext cx="7456807" cy="8761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lang="en-US" sz="3200"/>
              <a:t>Evaluation: Measuring the VRAM vs. Accuracy Trade-off</a:t>
            </a:r>
            <a:endParaRPr/>
          </a:p>
        </p:txBody>
      </p:sp>
      <p:sp>
        <p:nvSpPr>
          <p:cNvPr id="221" name="Google Shape;221;p4"/>
          <p:cNvSpPr txBox="1"/>
          <p:nvPr>
            <p:ph idx="1" type="body"/>
          </p:nvPr>
        </p:nvSpPr>
        <p:spPr>
          <a:xfrm>
            <a:off x="322063" y="2133600"/>
            <a:ext cx="7456807" cy="43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 sz="2000"/>
              <a:t>Research Question: Which eviction policy best balances VRAM usage, inference latency (FPS), and trajectory tracking drift?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 sz="2000"/>
              <a:t>Independent Variables: Strict memory budget (e.g., 4GB, 8GB) and the pruning heuristic used (e.g., Visibility Cullling, Voxel Grid Pruning).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 sz="2000"/>
              <a:t>Baseline: Unmodified, unbounded open-source 3DGS SLAM implementation.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 sz="2000"/>
              <a:t>Environment: NVIDIA Jetson AGX Orin evaluating TUM-RGBD / Replica datasets.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 sz="2000"/>
              <a:t>Metrics:</a:t>
            </a:r>
            <a:endParaRPr/>
          </a:p>
          <a:p>
            <a:pPr indent="0" lvl="1" marL="171450" rtl="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 sz="2000"/>
              <a:t>System: Peak VRAM allocation (GB), throughput (FPS)</a:t>
            </a:r>
            <a:endParaRPr sz="2000"/>
          </a:p>
          <a:p>
            <a:pPr indent="0" lvl="1" marL="171450" rtl="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 sz="2000"/>
              <a:t>Quality: Absolute Trajectory Error (ATE RMSE), PSNR, and SSIM.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 sz="2000"/>
              <a:t>Expected Evidence: Comparative plots of VRAM allocation over time and curves mapping ATE against different Memory Budgets.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ilm Burn">
  <a:themeElements>
    <a:clrScheme name="Custom 2">
      <a:dk1>
        <a:srgbClr val="09090C"/>
      </a:dk1>
      <a:lt1>
        <a:srgbClr val="FFFFFF"/>
      </a:lt1>
      <a:dk2>
        <a:srgbClr val="000000"/>
      </a:dk2>
      <a:lt2>
        <a:srgbClr val="F9EFEC"/>
      </a:lt2>
      <a:accent1>
        <a:srgbClr val="CB49B2"/>
      </a:accent1>
      <a:accent2>
        <a:srgbClr val="7C3191"/>
      </a:accent2>
      <a:accent3>
        <a:srgbClr val="E95D48"/>
      </a:accent3>
      <a:accent4>
        <a:srgbClr val="F08E6B"/>
      </a:accent4>
      <a:accent5>
        <a:srgbClr val="D93752"/>
      </a:accent5>
      <a:accent6>
        <a:srgbClr val="EE7345"/>
      </a:accent6>
      <a:hlink>
        <a:srgbClr val="CB49B2"/>
      </a:hlink>
      <a:folHlink>
        <a:srgbClr val="E95D4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